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0" r:id="rId4"/>
    <p:sldId id="25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8A9988-9E8D-B632-7667-2B63D08F8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1D326D-5A67-F0A4-898E-D6150AD6D3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52DB79-F611-FE83-4137-3B6CF8A6D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204F-4177-46F1-B6CB-B12801267C84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7E9406-DC8B-464A-7641-1DC20788A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FF8079-2012-B1B3-6EC9-3300753CF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12E2-B8D9-4B1E-96B7-9BFC7EE1E2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375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5AEBF-9B71-F007-22D3-37858FE47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93420-CCC1-F5C2-B3C3-9AF964F99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867DA8-117F-E465-0D34-22030301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204F-4177-46F1-B6CB-B12801267C84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76E084-2EDD-9AF7-D1C9-0C4BD065D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4B02E0-AF2A-E46F-2EBD-0ECC6A85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12E2-B8D9-4B1E-96B7-9BFC7EE1E2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66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FF2AF-BE5E-D95D-A91D-EB0785DD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702E58-2904-802F-EDAD-5315D2955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A2315E-E199-83DA-4C2A-605128B58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204F-4177-46F1-B6CB-B12801267C84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3A1718-5071-7C48-F3D3-B2A0E10F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30F1DF-124A-7876-507F-1931030CE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12E2-B8D9-4B1E-96B7-9BFC7EE1E2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357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B083A-A01C-4B35-4D41-C92EC8DC2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096E48-50A9-AA22-B0EB-571320699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279349-E4F9-9B35-D759-82D9F3ECB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A2FB58-0A4B-4C1C-12D5-ECA95C54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204F-4177-46F1-B6CB-B12801267C84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1583A6-6EF9-FDFC-D400-935BD93C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3559F4-E00A-1BC7-9264-396558DA5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12E2-B8D9-4B1E-96B7-9BFC7EE1E2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94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33BA4-9E48-BB6E-BEBD-1534D8F73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E124A2-7A8A-0963-743F-1D9E2E021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63A170-3C26-5D0C-C9E3-78F9D2558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A2A6D96-07F4-4284-0B37-1DE84645C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D0DB79-9977-53E8-8311-A958A7DB9A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59E7BAB-0B78-6A3D-E451-35A6DC877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204F-4177-46F1-B6CB-B12801267C84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0E7A194-E930-5448-50C3-D4DF6E00B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CE68A6D-7E0E-EB08-1A56-91C5D1F16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12E2-B8D9-4B1E-96B7-9BFC7EE1E2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247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858807-8EC1-A5E6-8450-2F20BF4F4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D328367-45A4-DE62-14FB-0A4A38E0B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204F-4177-46F1-B6CB-B12801267C84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F2D0CF-993A-B407-E553-3CADD4674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6BC762-E080-E72C-5B79-03B0D18B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12E2-B8D9-4B1E-96B7-9BFC7EE1E2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774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A86CB5C-A924-35C7-D8E7-0292F465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204F-4177-46F1-B6CB-B12801267C84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419B62A-11DC-1646-B2D2-5C03242E7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E31702-5E7E-C5F1-957A-7DFADB06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12E2-B8D9-4B1E-96B7-9BFC7EE1E2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08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8BD6D-5EA5-341C-6E7D-B03DBA809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74C09E-033E-C284-75F8-EBE95D6B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8B518A-FD76-D13E-2C0D-64DDF5AE3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D18C7C-68AF-1437-31EB-2B3BD8651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204F-4177-46F1-B6CB-B12801267C84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BAAB41-B1D4-742D-9C5F-A5877257F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028B5B-D9E7-0799-DBBD-CCB5FBFF2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12E2-B8D9-4B1E-96B7-9BFC7EE1E2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66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4D1139-F085-59AA-0A11-BD6CD1AC0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5A9BDAE-DF31-58D7-53E1-2C4244D4C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1BA7E4-1516-FFD8-C923-4AB4514F3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E5056D-E2F5-6F30-B3B4-E88294623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204F-4177-46F1-B6CB-B12801267C84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7FCE5C-7A09-E169-F1E1-59501FF3F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74113A-B417-4AE7-758F-4D0160561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12E2-B8D9-4B1E-96B7-9BFC7EE1E2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823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88563-C82A-A760-B5D7-2592D068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97FB9C-5523-4CC1-FF51-ADB4B6209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460E8C-6C6D-5E75-C09E-5AF73C0C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204F-4177-46F1-B6CB-B12801267C84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79EBC5-C804-0A47-A9F3-CB1696DD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22A7B-0A25-1ACA-A69A-554BF477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12E2-B8D9-4B1E-96B7-9BFC7EE1E2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7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BF1426B-1A7A-C607-4149-FED8D2FDD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F4C049-049B-367E-ECA5-416B27786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541C54-377C-298B-2AB5-A1B9DB93F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204F-4177-46F1-B6CB-B12801267C84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49FE8F-1702-612A-5E74-CF64981D3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03617B-DE93-DB0C-407F-6B694798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F12E2-B8D9-4B1E-96B7-9BFC7EE1E2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752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F665D-41F1-935E-3D28-39879C0FF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202E5C-B4BB-9DF5-51F3-7594ED046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C5DE83-A934-EFC6-6811-2B7BCBA6E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A204F-4177-46F1-B6CB-B12801267C84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DCE0C3-3477-1CA5-0427-D5CB024DF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E1F594-CB85-51B4-BD83-7B26B9C86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F12E2-B8D9-4B1E-96B7-9BFC7EE1E2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036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B7BD671D-5D56-5C11-B57B-BFE19CCC8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2194" y="0"/>
            <a:ext cx="7002516" cy="700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74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5AE2A-2163-1716-ECBD-A85C7D08B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9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Bodoni MT Black" panose="02070A03080606020203" pitchFamily="18" charset="0"/>
              </a:rPr>
              <a:t>Look at the pictures. </a:t>
            </a:r>
            <a:br>
              <a:rPr lang="ru-RU" dirty="0">
                <a:latin typeface="Bodoni MT Black" panose="02070A03080606020203" pitchFamily="18" charset="0"/>
              </a:rPr>
            </a:br>
            <a:r>
              <a:rPr lang="en-US" dirty="0">
                <a:latin typeface="Bodoni MT Black" panose="02070A03080606020203" pitchFamily="18" charset="0"/>
              </a:rPr>
              <a:t>What do you see?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E98DE18-86EF-DA9F-AAB3-5FD3AF3CA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707" y="2424218"/>
            <a:ext cx="3226364" cy="1856264"/>
          </a:xfrm>
          <a:prstGeom prst="rect">
            <a:avLst/>
          </a:prstGeom>
        </p:spPr>
      </p:pic>
      <p:pic>
        <p:nvPicPr>
          <p:cNvPr id="1028" name="Picture 4" descr="plan uroka rozhdestvenskij kvest 3 Медиа Skyeng">
            <a:extLst>
              <a:ext uri="{FF2B5EF4-FFF2-40B4-BE49-F238E27FC236}">
                <a16:creationId xmlns:a16="http://schemas.microsoft.com/office/drawing/2014/main" id="{24BBD4CA-AF9D-5FD9-BE1E-421C6F590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114" y="2424218"/>
            <a:ext cx="3252899" cy="187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B9492F-4179-B754-5450-3B9C0A03D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2365" y="2424218"/>
            <a:ext cx="3252899" cy="187153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6F2F31-31AB-336E-A152-6F47637C45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524" y="4636610"/>
            <a:ext cx="3226366" cy="185626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9720B0F-2249-599E-C11C-70A6009282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5114" y="4577031"/>
            <a:ext cx="3252899" cy="187153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C328E2-A09D-A319-28FA-47C52ADDAF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2365" y="4577032"/>
            <a:ext cx="3252899" cy="187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77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96631-9E90-BC1E-5114-4A95DB36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1B830-1EB1-4ED5-F3AE-34A1229A3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549" y="613759"/>
            <a:ext cx="5007825" cy="1529177"/>
          </a:xfrm>
        </p:spPr>
        <p:txBody>
          <a:bodyPr>
            <a:noAutofit/>
          </a:bodyPr>
          <a:lstStyle/>
          <a:p>
            <a:r>
              <a:rPr lang="en-US" sz="2800" dirty="0">
                <a:latin typeface="Bodoni MT Black" panose="02070A03080606020203" pitchFamily="18" charset="0"/>
              </a:rPr>
              <a:t>decorate Christmas tree</a:t>
            </a:r>
            <a:br>
              <a:rPr lang="en-US" sz="2800" dirty="0">
                <a:latin typeface="Bodoni MT Black" panose="02070A03080606020203" pitchFamily="18" charset="0"/>
              </a:rPr>
            </a:br>
            <a:r>
              <a:rPr lang="en-US" sz="2800" dirty="0">
                <a:latin typeface="Bodoni MT Black" panose="02070A03080606020203" pitchFamily="18" charset="0"/>
                <a:ea typeface="+mn-ea"/>
                <a:cs typeface="+mn-cs"/>
              </a:rPr>
              <a:t>exchange</a:t>
            </a:r>
            <a:r>
              <a:rPr lang="en-US" sz="2800" dirty="0">
                <a:latin typeface="Bodoni MT Black" panose="02070A03080606020203" pitchFamily="18" charset="0"/>
              </a:rPr>
              <a:t> presents </a:t>
            </a:r>
            <a:br>
              <a:rPr lang="en-US" sz="2800" dirty="0">
                <a:latin typeface="Bodoni MT Black" panose="02070A03080606020203" pitchFamily="18" charset="0"/>
              </a:rPr>
            </a:br>
            <a:r>
              <a:rPr lang="en-US" sz="2800" dirty="0">
                <a:latin typeface="Bodoni MT Black" panose="02070A03080606020203" pitchFamily="18" charset="0"/>
              </a:rPr>
              <a:t>bake cookies</a:t>
            </a:r>
            <a:br>
              <a:rPr lang="en-US" sz="1600" dirty="0"/>
            </a:br>
            <a:endParaRPr lang="en-US" sz="16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3F756B1-01CE-1438-D89B-B4BF6C912A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707" y="2424218"/>
            <a:ext cx="3226364" cy="1856264"/>
          </a:xfrm>
          <a:prstGeom prst="rect">
            <a:avLst/>
          </a:prstGeom>
        </p:spPr>
      </p:pic>
      <p:pic>
        <p:nvPicPr>
          <p:cNvPr id="1028" name="Picture 4" descr="plan uroka rozhdestvenskij kvest 3 Медиа Skyeng">
            <a:extLst>
              <a:ext uri="{FF2B5EF4-FFF2-40B4-BE49-F238E27FC236}">
                <a16:creationId xmlns:a16="http://schemas.microsoft.com/office/drawing/2014/main" id="{2E2CF775-5750-561B-1B2C-48547011C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114" y="2424218"/>
            <a:ext cx="3252899" cy="187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944CB7-BDCA-932F-C24A-373B2B77C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2365" y="2424218"/>
            <a:ext cx="3252899" cy="187153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88EF3A-8A9F-1B5C-D541-629269D54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524" y="4636610"/>
            <a:ext cx="3226366" cy="185626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F5D050-C2D3-0496-B9F7-FE010EE18B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5114" y="4577031"/>
            <a:ext cx="3252899" cy="187153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928BABE-9579-B8A4-6305-3A37313D6D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2365" y="4577032"/>
            <a:ext cx="3252899" cy="18715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F85B1D-37E4-B66B-F498-0E7F7A0DDBBE}"/>
              </a:ext>
            </a:extLst>
          </p:cNvPr>
          <p:cNvSpPr txBox="1"/>
          <p:nvPr/>
        </p:nvSpPr>
        <p:spPr>
          <a:xfrm>
            <a:off x="6815788" y="554327"/>
            <a:ext cx="435019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odoni MT Black" panose="02070A03080606020203" pitchFamily="18" charset="0"/>
              </a:rPr>
              <a:t>play board games</a:t>
            </a:r>
            <a:br>
              <a:rPr lang="en-US" sz="2800" dirty="0">
                <a:latin typeface="Bodoni MT Black" panose="02070A03080606020203" pitchFamily="18" charset="0"/>
              </a:rPr>
            </a:br>
            <a:r>
              <a:rPr lang="en-US" sz="2800" dirty="0">
                <a:latin typeface="Bodoni MT Black" panose="02070A03080606020203" pitchFamily="18" charset="0"/>
              </a:rPr>
              <a:t>go sledging</a:t>
            </a:r>
            <a:br>
              <a:rPr lang="en-US" sz="2800" dirty="0">
                <a:latin typeface="Bodoni MT Black" panose="02070A03080606020203" pitchFamily="18" charset="0"/>
              </a:rPr>
            </a:br>
            <a:r>
              <a:rPr lang="en-US" sz="2800" dirty="0">
                <a:latin typeface="Bodoni MT Black" panose="02070A03080606020203" pitchFamily="18" charset="0"/>
              </a:rPr>
              <a:t>have a </a:t>
            </a:r>
            <a:r>
              <a:rPr lang="en-US" sz="2800" dirty="0">
                <a:latin typeface="Bodoni MT Black" panose="02070A03080606020203" pitchFamily="18" charset="0"/>
                <a:ea typeface="+mj-ea"/>
                <a:cs typeface="+mj-cs"/>
              </a:rPr>
              <a:t>family</a:t>
            </a:r>
            <a:r>
              <a:rPr lang="en-US" sz="2800" dirty="0">
                <a:latin typeface="Bodoni MT Black" panose="02070A03080606020203" pitchFamily="18" charset="0"/>
              </a:rPr>
              <a:t> dinner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54133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DA1610-256A-6BCB-69F8-D961684E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Bodoni MT Black" panose="02070A03080606020203" pitchFamily="18" charset="0"/>
              </a:rPr>
              <a:t>Look and guess what period of time these traditions are from. </a:t>
            </a:r>
            <a:endParaRPr lang="ru-RU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23C838AD-9275-E5B3-4A3D-9708CABE7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30293"/>
            <a:ext cx="5257799" cy="6339839"/>
          </a:xfrm>
        </p:spPr>
        <p:txBody>
          <a:bodyPr anchor="t">
            <a:normAutofit fontScale="92500"/>
          </a:bodyPr>
          <a:lstStyle/>
          <a:p>
            <a:r>
              <a:rPr lang="en-US" dirty="0"/>
              <a:t>cut down the Christmas tree in the forest</a:t>
            </a:r>
          </a:p>
          <a:p>
            <a:r>
              <a:rPr lang="en-US" dirty="0"/>
              <a:t>play board games with a family</a:t>
            </a:r>
          </a:p>
          <a:p>
            <a:r>
              <a:rPr lang="en-US" dirty="0"/>
              <a:t>watch Christmas films</a:t>
            </a:r>
          </a:p>
          <a:p>
            <a:r>
              <a:rPr lang="en-US" dirty="0"/>
              <a:t>have VR activities with a family</a:t>
            </a:r>
          </a:p>
          <a:p>
            <a:r>
              <a:rPr lang="en-US" dirty="0"/>
              <a:t>decorate the Christmas tree in the forest </a:t>
            </a:r>
          </a:p>
          <a:p>
            <a:r>
              <a:rPr lang="en-US" dirty="0"/>
              <a:t>bake Christmas cookies for Santa </a:t>
            </a:r>
          </a:p>
          <a:p>
            <a:r>
              <a:rPr lang="en-US" dirty="0"/>
              <a:t>celebrate Christmas for 12 days</a:t>
            </a:r>
          </a:p>
          <a:p>
            <a:r>
              <a:rPr lang="en-US" dirty="0"/>
              <a:t>decorate the Christmas tree with candles and fruits </a:t>
            </a:r>
          </a:p>
          <a:p>
            <a:r>
              <a:rPr lang="en-US" dirty="0"/>
              <a:t>exchange virtual presents </a:t>
            </a:r>
          </a:p>
          <a:p>
            <a:r>
              <a:rPr lang="en-US" dirty="0"/>
              <a:t>decorate a digital Christmas tree online</a:t>
            </a:r>
            <a:endParaRPr lang="ru-RU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0403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101</Words>
  <Application>Microsoft Office PowerPoint</Application>
  <PresentationFormat>Широкоэкранный</PresentationFormat>
  <Paragraphs>14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Bodoni MT Black</vt:lpstr>
      <vt:lpstr>Тема Office</vt:lpstr>
      <vt:lpstr>Презентация PowerPoint</vt:lpstr>
      <vt:lpstr>Look at the pictures.  What do you see?</vt:lpstr>
      <vt:lpstr>decorate Christmas tree exchange presents  bake cookies </vt:lpstr>
      <vt:lpstr>Look and guess what period of time these traditions are from.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Артем Балышев</dc:creator>
  <cp:lastModifiedBy>Артем Балышев</cp:lastModifiedBy>
  <cp:revision>2</cp:revision>
  <dcterms:created xsi:type="dcterms:W3CDTF">2025-12-23T16:10:18Z</dcterms:created>
  <dcterms:modified xsi:type="dcterms:W3CDTF">2026-01-05T11:03:37Z</dcterms:modified>
</cp:coreProperties>
</file>